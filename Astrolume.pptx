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5D379-DEDC-46F1-9180-B6FD85729817}" v="9" dt="2026-10-13T12:37:26.0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56899" autoAdjust="0"/>
  </p:normalViewPr>
  <p:slideViewPr>
    <p:cSldViewPr snapToGrid="0" snapToObjects="1">
      <p:cViewPr varScale="1">
        <p:scale>
          <a:sx n="36" d="100"/>
          <a:sy n="36" d="100"/>
        </p:scale>
        <p:origin x="182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6" d="100"/>
          <a:sy n="36" d="100"/>
        </p:scale>
        <p:origin x="302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Urriola Vergara" userId="320a759bea21b379" providerId="LiveId" clId="{A37501B8-2626-45C5-A0DF-937EA428C625}"/>
    <pc:docChg chg="undo custSel addSld delSld modSld">
      <pc:chgData name="Sabrina Urriola Vergara" userId="320a759bea21b379" providerId="LiveId" clId="{A37501B8-2626-45C5-A0DF-937EA428C625}" dt="2026-10-13T12:51:42.303" v="189" actId="20577"/>
      <pc:docMkLst>
        <pc:docMk/>
      </pc:docMkLst>
      <pc:sldChg chg="modSp mod modNotesTx">
        <pc:chgData name="Sabrina Urriola Vergara" userId="320a759bea21b379" providerId="LiveId" clId="{A37501B8-2626-45C5-A0DF-937EA428C625}" dt="2026-10-13T12:51:31.581" v="186" actId="20577"/>
        <pc:sldMkLst>
          <pc:docMk/>
          <pc:sldMk cId="0" sldId="256"/>
        </pc:sldMkLst>
        <pc:spChg chg="mod">
          <ac:chgData name="Sabrina Urriola Vergara" userId="320a759bea21b379" providerId="LiveId" clId="{A37501B8-2626-45C5-A0DF-937EA428C625}" dt="2026-10-13T11:17:46.246" v="6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 modNotesTx">
        <pc:chgData name="Sabrina Urriola Vergara" userId="320a759bea21b379" providerId="LiveId" clId="{A37501B8-2626-45C5-A0DF-937EA428C625}" dt="2026-10-13T12:51:35.033" v="187" actId="20577"/>
        <pc:sldMkLst>
          <pc:docMk/>
          <pc:sldMk cId="0" sldId="257"/>
        </pc:sldMkLst>
        <pc:spChg chg="mod">
          <ac:chgData name="Sabrina Urriola Vergara" userId="320a759bea21b379" providerId="LiveId" clId="{A37501B8-2626-45C5-A0DF-937EA428C625}" dt="2026-10-13T12:36:47.480" v="16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38:20.469" v="185" actId="33524"/>
          <ac:spMkLst>
            <pc:docMk/>
            <pc:sldMk cId="0" sldId="257"/>
            <ac:spMk id="20" creationId="{00000000-0000-0000-0000-000000000000}"/>
          </ac:spMkLst>
        </pc:spChg>
      </pc:sldChg>
      <pc:sldChg chg="addSp delSp modSp mod modNotesTx">
        <pc:chgData name="Sabrina Urriola Vergara" userId="320a759bea21b379" providerId="LiveId" clId="{A37501B8-2626-45C5-A0DF-937EA428C625}" dt="2026-10-13T12:51:38.857" v="188" actId="20577"/>
        <pc:sldMkLst>
          <pc:docMk/>
          <pc:sldMk cId="0" sldId="258"/>
        </pc:sldMkLst>
        <pc:spChg chg="mod">
          <ac:chgData name="Sabrina Urriola Vergara" userId="320a759bea21b379" providerId="LiveId" clId="{A37501B8-2626-45C5-A0DF-937EA428C625}" dt="2026-10-13T12:16:30.019" v="8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33.723" v="85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27.430" v="83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36.982" v="86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25.298" v="82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40.725" v="87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20.562" v="80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43.134" v="88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16:23.061" v="81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1:15:40.088" v="0" actId="20577"/>
          <ac:spMkLst>
            <pc:docMk/>
            <pc:sldMk cId="0" sldId="258"/>
            <ac:spMk id="42" creationId="{00000000-0000-0000-0000-000000000000}"/>
          </ac:spMkLst>
        </pc:spChg>
        <pc:spChg chg="add del">
          <ac:chgData name="Sabrina Urriola Vergara" userId="320a759bea21b379" providerId="LiveId" clId="{A37501B8-2626-45C5-A0DF-937EA428C625}" dt="2026-10-13T12:12:48.503" v="69" actId="478"/>
          <ac:spMkLst>
            <pc:docMk/>
            <pc:sldMk cId="0" sldId="258"/>
            <ac:spMk id="45" creationId="{0DFE839A-99EC-3D0F-E6ED-CBDED5E89DF8}"/>
          </ac:spMkLst>
        </pc:spChg>
      </pc:sldChg>
      <pc:sldChg chg="modSp add del mod setBg modNotesTx">
        <pc:chgData name="Sabrina Urriola Vergara" userId="320a759bea21b379" providerId="LiveId" clId="{A37501B8-2626-45C5-A0DF-937EA428C625}" dt="2026-10-13T12:51:42.303" v="189" actId="20577"/>
        <pc:sldMkLst>
          <pc:docMk/>
          <pc:sldMk cId="0" sldId="259"/>
        </pc:sldMkLst>
        <pc:spChg chg="mod">
          <ac:chgData name="Sabrina Urriola Vergara" userId="320a759bea21b379" providerId="LiveId" clId="{A37501B8-2626-45C5-A0DF-937EA428C625}" dt="2026-10-13T12:34:04.725" v="111" actId="6549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33:37.833" v="108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33:34.810" v="107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brina Urriola Vergara" userId="320a759bea21b379" providerId="LiveId" clId="{A37501B8-2626-45C5-A0DF-937EA428C625}" dt="2026-10-13T12:33:09.958" v="105" actId="20577"/>
          <ac:spMkLst>
            <pc:docMk/>
            <pc:sldMk cId="0" sldId="259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61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oom.com/share/c9b86a2c7ca44b299814c017e30b09c3" TargetMode="Externa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ASTROLUME</a:t>
            </a:r>
            <a:endParaRPr lang="en-US" sz="72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606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Personalized AI-Powered Podcast</a:t>
            </a:r>
            <a:endParaRPr lang="en-US" sz="2600" dirty="0"/>
          </a:p>
        </p:txBody>
      </p:sp>
      <p:sp>
        <p:nvSpPr>
          <p:cNvPr id="4" name="Tagline"/>
          <p:cNvSpPr txBox="1"/>
          <p:nvPr/>
        </p:nvSpPr>
        <p:spPr>
          <a:xfrm>
            <a:off x="73152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personal questions to meaningful conversations.</a:t>
            </a:r>
            <a:endParaRPr lang="en-US" sz="1800" dirty="0"/>
          </a:p>
        </p:txBody>
      </p:sp>
      <p:sp>
        <p:nvSpPr>
          <p:cNvPr id="5" name="IconCircle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178808"/>
            <a:ext cx="237744" cy="237744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1371600" y="4069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Astrology-inspired personal reflection, powered by AI</a:t>
            </a:r>
            <a:endParaRPr lang="en-US" sz="1600" dirty="0"/>
          </a:p>
        </p:txBody>
      </p:sp>
      <p:sp>
        <p:nvSpPr>
          <p:cNvPr id="8" name="IconCircle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18888"/>
            <a:ext cx="237744" cy="237744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1371600" y="47091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virtual podcast hosts: Alex and Sam</a:t>
            </a:r>
            <a:endParaRPr lang="en-US" sz="1600" dirty="0"/>
          </a:p>
        </p:txBody>
      </p:sp>
      <p:sp>
        <p:nvSpPr>
          <p:cNvPr id="11" name="Team"/>
          <p:cNvSpPr txBox="1"/>
          <p:nvPr/>
        </p:nvSpPr>
        <p:spPr>
          <a:xfrm>
            <a:off x="73152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Murat Comez – Max Kempa – Sabrina Urriola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38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30952" cy="4663440"/>
          </a:xfrm>
          <a:prstGeom prst="roundRect">
            <a:avLst>
              <a:gd name="adj" fmla="val 235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conCircle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28800"/>
            <a:ext cx="274320" cy="274320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160020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400" dirty="0"/>
          </a:p>
        </p:txBody>
      </p:sp>
      <p:pic>
        <p:nvPicPr>
          <p:cNvPr id="7" name="Image 1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1554480" y="2606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podcasts give every listener the same content.</a:t>
            </a:r>
            <a:endParaRPr lang="en-US" sz="1800" dirty="0"/>
          </a:p>
        </p:txBody>
      </p:sp>
      <p:pic>
        <p:nvPicPr>
          <p:cNvPr id="9" name="Image 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86200"/>
            <a:ext cx="365760" cy="365760"/>
          </a:xfrm>
          <a:prstGeom prst="rect">
            <a:avLst/>
          </a:prstGeom>
        </p:spPr>
      </p:pic>
      <p:sp>
        <p:nvSpPr>
          <p:cNvPr id="10" name="Point"/>
          <p:cNvSpPr txBox="1"/>
          <p:nvPr/>
        </p:nvSpPr>
        <p:spPr>
          <a:xfrm>
            <a:off x="1554480" y="3703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</a:t>
            </a: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astrology websites provide generic reviews, not personalized.</a:t>
            </a:r>
            <a:endParaRPr lang="en-US" sz="1800" dirty="0"/>
          </a:p>
        </p:txBody>
      </p:sp>
      <p:pic>
        <p:nvPicPr>
          <p:cNvPr id="11" name="Image 3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983480"/>
            <a:ext cx="365760" cy="365760"/>
          </a:xfrm>
          <a:prstGeom prst="rect">
            <a:avLst/>
          </a:prstGeom>
        </p:spPr>
      </p:pic>
      <p:sp>
        <p:nvSpPr>
          <p:cNvPr id="12" name="Point"/>
          <p:cNvSpPr txBox="1"/>
          <p:nvPr/>
        </p:nvSpPr>
        <p:spPr>
          <a:xfrm>
            <a:off x="1554480" y="4800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audio that answers a specific personal question is hard.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6309360" y="1417320"/>
            <a:ext cx="5330952" cy="4663440"/>
          </a:xfrm>
          <a:prstGeom prst="roundRect">
            <a:avLst>
              <a:gd name="adj" fmla="val 235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Circle"/>
          <p:cNvSpPr/>
          <p:nvPr/>
        </p:nvSpPr>
        <p:spPr>
          <a:xfrm>
            <a:off x="6629400" y="1691640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4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828800"/>
            <a:ext cx="274320" cy="274320"/>
          </a:xfrm>
          <a:prstGeom prst="rect">
            <a:avLst/>
          </a:prstGeom>
        </p:spPr>
      </p:pic>
      <p:sp>
        <p:nvSpPr>
          <p:cNvPr id="16" name="Heading"/>
          <p:cNvSpPr txBox="1"/>
          <p:nvPr/>
        </p:nvSpPr>
        <p:spPr>
          <a:xfrm>
            <a:off x="7360920" y="1691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Astrolume</a:t>
            </a:r>
            <a:endParaRPr lang="en-US" sz="2400" dirty="0"/>
          </a:p>
        </p:txBody>
      </p:sp>
      <p:pic>
        <p:nvPicPr>
          <p:cNvPr id="17" name="Image 5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2788920"/>
            <a:ext cx="365760" cy="365760"/>
          </a:xfrm>
          <a:prstGeom prst="rect">
            <a:avLst/>
          </a:prstGeom>
        </p:spPr>
      </p:pic>
      <p:sp>
        <p:nvSpPr>
          <p:cNvPr id="18" name="Point"/>
          <p:cNvSpPr txBox="1"/>
          <p:nvPr/>
        </p:nvSpPr>
        <p:spPr>
          <a:xfrm>
            <a:off x="7315200" y="2606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personal questions into customized podcast conversations.</a:t>
            </a:r>
            <a:endParaRPr lang="en-US" sz="1800" dirty="0"/>
          </a:p>
        </p:txBody>
      </p:sp>
      <p:pic>
        <p:nvPicPr>
          <p:cNvPr id="19" name="Image 6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3886200"/>
            <a:ext cx="365760" cy="365760"/>
          </a:xfrm>
          <a:prstGeom prst="rect">
            <a:avLst/>
          </a:prstGeom>
        </p:spPr>
      </p:pic>
      <p:sp>
        <p:nvSpPr>
          <p:cNvPr id="20" name="Point"/>
          <p:cNvSpPr txBox="1"/>
          <p:nvPr/>
        </p:nvSpPr>
        <p:spPr>
          <a:xfrm>
            <a:off x="7315200" y="3703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in a study of planetary positions, zodiac signs, houses, aspects, and planetary transits.</a:t>
            </a:r>
            <a:endParaRPr lang="en-US" sz="1800" dirty="0"/>
          </a:p>
        </p:txBody>
      </p:sp>
      <p:pic>
        <p:nvPicPr>
          <p:cNvPr id="21" name="Image 7" descr="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983480"/>
            <a:ext cx="365760" cy="365760"/>
          </a:xfrm>
          <a:prstGeom prst="rect">
            <a:avLst/>
          </a:prstGeom>
        </p:spPr>
      </p:pic>
      <p:sp>
        <p:nvSpPr>
          <p:cNvPr id="22" name="Point"/>
          <p:cNvSpPr txBox="1"/>
          <p:nvPr/>
        </p:nvSpPr>
        <p:spPr>
          <a:xfrm>
            <a:off x="7315200" y="4800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transformation, control and personal growth.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Astrolume Works</a:t>
            </a:r>
            <a:endParaRPr lang="en-US" sz="3800" dirty="0"/>
          </a:p>
        </p:txBody>
      </p:sp>
      <p:sp>
        <p:nvSpPr>
          <p:cNvPr id="3" name="StepCard"/>
          <p:cNvSpPr/>
          <p:nvPr/>
        </p:nvSpPr>
        <p:spPr>
          <a:xfrm>
            <a:off x="548640" y="160020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umber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umberText"/>
          <p:cNvSpPr txBox="1"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783080"/>
            <a:ext cx="457200" cy="457200"/>
          </a:xfrm>
          <a:prstGeom prst="rect">
            <a:avLst/>
          </a:prstGeom>
        </p:spPr>
      </p:pic>
      <p:sp>
        <p:nvSpPr>
          <p:cNvPr id="7" name="StepTitle"/>
          <p:cNvSpPr txBox="1"/>
          <p:nvPr/>
        </p:nvSpPr>
        <p:spPr>
          <a:xfrm>
            <a:off x="7315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8" name="StepTech"/>
          <p:cNvSpPr txBox="1"/>
          <p:nvPr/>
        </p:nvSpPr>
        <p:spPr>
          <a:xfrm>
            <a:off x="7315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Gradio</a:t>
            </a:r>
            <a:endParaRPr lang="en-US" sz="1400" dirty="0"/>
          </a:p>
        </p:txBody>
      </p:sp>
      <p:sp>
        <p:nvSpPr>
          <p:cNvPr id="9" name="StepDesc"/>
          <p:cNvSpPr txBox="1"/>
          <p:nvPr/>
        </p:nvSpPr>
        <p:spPr>
          <a:xfrm>
            <a:off x="731520" y="361645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question + birth information.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2596896" y="3204972"/>
            <a:ext cx="228600" cy="219456"/>
          </a:xfrm>
          <a:prstGeom prst="rightArrow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Card"/>
          <p:cNvSpPr/>
          <p:nvPr/>
        </p:nvSpPr>
        <p:spPr>
          <a:xfrm>
            <a:off x="2862072" y="160020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umber"/>
          <p:cNvSpPr/>
          <p:nvPr/>
        </p:nvSpPr>
        <p:spPr>
          <a:xfrm>
            <a:off x="3044952" y="1783080"/>
            <a:ext cx="411480" cy="411480"/>
          </a:xfrm>
          <a:prstGeom prst="ellipse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umberText"/>
          <p:cNvSpPr txBox="1"/>
          <p:nvPr/>
        </p:nvSpPr>
        <p:spPr>
          <a:xfrm>
            <a:off x="304495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783080"/>
            <a:ext cx="457200" cy="457200"/>
          </a:xfrm>
          <a:prstGeom prst="rect">
            <a:avLst/>
          </a:prstGeom>
        </p:spPr>
      </p:pic>
      <p:sp>
        <p:nvSpPr>
          <p:cNvPr id="15" name="StepTitle"/>
          <p:cNvSpPr txBox="1"/>
          <p:nvPr/>
        </p:nvSpPr>
        <p:spPr>
          <a:xfrm>
            <a:off x="3044952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Processing</a:t>
            </a:r>
            <a:endParaRPr lang="en-US" sz="1900" dirty="0"/>
          </a:p>
        </p:txBody>
      </p:sp>
      <p:sp>
        <p:nvSpPr>
          <p:cNvPr id="16" name="StepTech"/>
          <p:cNvSpPr txBox="1"/>
          <p:nvPr/>
        </p:nvSpPr>
        <p:spPr>
          <a:xfrm>
            <a:off x="3113532" y="315353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400" dirty="0"/>
          </a:p>
        </p:txBody>
      </p:sp>
      <p:sp>
        <p:nvSpPr>
          <p:cNvPr id="17" name="StepDesc"/>
          <p:cNvSpPr txBox="1"/>
          <p:nvPr/>
        </p:nvSpPr>
        <p:spPr>
          <a:xfrm>
            <a:off x="3044952" y="3633597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reference material on the Natal Pluto Complex.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910328" y="3204972"/>
            <a:ext cx="228600" cy="219456"/>
          </a:xfrm>
          <a:prstGeom prst="rightArrow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pCard"/>
          <p:cNvSpPr/>
          <p:nvPr/>
        </p:nvSpPr>
        <p:spPr>
          <a:xfrm>
            <a:off x="5175504" y="160020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Number"/>
          <p:cNvSpPr/>
          <p:nvPr/>
        </p:nvSpPr>
        <p:spPr>
          <a:xfrm>
            <a:off x="5358384" y="1783080"/>
            <a:ext cx="411480" cy="411480"/>
          </a:xfrm>
          <a:prstGeom prst="ellipse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NumberText"/>
          <p:cNvSpPr txBox="1"/>
          <p:nvPr/>
        </p:nvSpPr>
        <p:spPr>
          <a:xfrm>
            <a:off x="5358384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1783080"/>
            <a:ext cx="457200" cy="457200"/>
          </a:xfrm>
          <a:prstGeom prst="rect">
            <a:avLst/>
          </a:prstGeom>
        </p:spPr>
      </p:pic>
      <p:sp>
        <p:nvSpPr>
          <p:cNvPr id="23" name="StepTitle"/>
          <p:cNvSpPr txBox="1"/>
          <p:nvPr/>
        </p:nvSpPr>
        <p:spPr>
          <a:xfrm>
            <a:off x="5358384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Generation</a:t>
            </a:r>
            <a:endParaRPr lang="en-US" sz="1900" dirty="0"/>
          </a:p>
        </p:txBody>
      </p:sp>
      <p:sp>
        <p:nvSpPr>
          <p:cNvPr id="24" name="StepTech"/>
          <p:cNvSpPr txBox="1"/>
          <p:nvPr/>
        </p:nvSpPr>
        <p:spPr>
          <a:xfrm>
            <a:off x="5440680" y="31501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25" name="StepDesc"/>
          <p:cNvSpPr txBox="1"/>
          <p:nvPr/>
        </p:nvSpPr>
        <p:spPr>
          <a:xfrm>
            <a:off x="5384673" y="360216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Alex &amp; Sam dialogue, grounded in the PDF and your question.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7223760" y="3204972"/>
            <a:ext cx="228600" cy="219456"/>
          </a:xfrm>
          <a:prstGeom prst="rightArrow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epCard"/>
          <p:cNvSpPr/>
          <p:nvPr/>
        </p:nvSpPr>
        <p:spPr>
          <a:xfrm>
            <a:off x="7488936" y="160020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Number"/>
          <p:cNvSpPr/>
          <p:nvPr/>
        </p:nvSpPr>
        <p:spPr>
          <a:xfrm>
            <a:off x="7671816" y="1783080"/>
            <a:ext cx="411480" cy="411480"/>
          </a:xfrm>
          <a:prstGeom prst="ellipse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NumberText"/>
          <p:cNvSpPr txBox="1"/>
          <p:nvPr/>
        </p:nvSpPr>
        <p:spPr>
          <a:xfrm>
            <a:off x="7671816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3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096" y="1783080"/>
            <a:ext cx="457200" cy="457200"/>
          </a:xfrm>
          <a:prstGeom prst="rect">
            <a:avLst/>
          </a:prstGeom>
        </p:spPr>
      </p:pic>
      <p:sp>
        <p:nvSpPr>
          <p:cNvPr id="31" name="StepTitle"/>
          <p:cNvSpPr txBox="1"/>
          <p:nvPr/>
        </p:nvSpPr>
        <p:spPr>
          <a:xfrm>
            <a:off x="7671816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Text-to-Speech</a:t>
            </a:r>
            <a:endParaRPr lang="en-US" sz="1900" dirty="0"/>
          </a:p>
        </p:txBody>
      </p:sp>
      <p:sp>
        <p:nvSpPr>
          <p:cNvPr id="32" name="StepTech"/>
          <p:cNvSpPr txBox="1"/>
          <p:nvPr/>
        </p:nvSpPr>
        <p:spPr>
          <a:xfrm>
            <a:off x="7708392" y="31775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Pydub + </a:t>
            </a:r>
            <a:r>
              <a:rPr lang="en-US" sz="1400" b="1" dirty="0" err="1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400" b="1" dirty="0">
              <a:solidFill>
                <a:srgbClr val="D4AF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StepDesc"/>
          <p:cNvSpPr txBox="1"/>
          <p:nvPr/>
        </p:nvSpPr>
        <p:spPr>
          <a:xfrm>
            <a:off x="7671816" y="360216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voices, combined into a single MP3.</a:t>
            </a:r>
            <a:endParaRPr lang="en-US" sz="1400" dirty="0"/>
          </a:p>
        </p:txBody>
      </p:sp>
      <p:sp>
        <p:nvSpPr>
          <p:cNvPr id="34" name="Arrow"/>
          <p:cNvSpPr/>
          <p:nvPr/>
        </p:nvSpPr>
        <p:spPr>
          <a:xfrm>
            <a:off x="9537192" y="3204972"/>
            <a:ext cx="228600" cy="219456"/>
          </a:xfrm>
          <a:prstGeom prst="rightArrow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epCard"/>
          <p:cNvSpPr/>
          <p:nvPr/>
        </p:nvSpPr>
        <p:spPr>
          <a:xfrm>
            <a:off x="9802368" y="1600200"/>
            <a:ext cx="2011680" cy="3429000"/>
          </a:xfrm>
          <a:prstGeom prst="roundRect">
            <a:avLst>
              <a:gd name="adj" fmla="val 54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Number"/>
          <p:cNvSpPr/>
          <p:nvPr/>
        </p:nvSpPr>
        <p:spPr>
          <a:xfrm>
            <a:off x="9985248" y="1783080"/>
            <a:ext cx="411480" cy="411480"/>
          </a:xfrm>
          <a:prstGeom prst="ellipse">
            <a:avLst/>
          </a:prstGeom>
          <a:solidFill>
            <a:srgbClr val="D4AF6A"/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NumberText"/>
          <p:cNvSpPr txBox="1"/>
          <p:nvPr/>
        </p:nvSpPr>
        <p:spPr>
          <a:xfrm>
            <a:off x="998524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8" name="Image 4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2528" y="1783080"/>
            <a:ext cx="457200" cy="457200"/>
          </a:xfrm>
          <a:prstGeom prst="rect">
            <a:avLst/>
          </a:prstGeom>
        </p:spPr>
      </p:pic>
      <p:sp>
        <p:nvSpPr>
          <p:cNvPr id="39" name="StepTitle"/>
          <p:cNvSpPr txBox="1"/>
          <p:nvPr/>
        </p:nvSpPr>
        <p:spPr>
          <a:xfrm>
            <a:off x="9985248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 Interface</a:t>
            </a:r>
            <a:endParaRPr lang="en-US" sz="1900" dirty="0"/>
          </a:p>
        </p:txBody>
      </p:sp>
      <p:sp>
        <p:nvSpPr>
          <p:cNvPr id="40" name="StepTech"/>
          <p:cNvSpPr txBox="1"/>
          <p:nvPr/>
        </p:nvSpPr>
        <p:spPr>
          <a:xfrm>
            <a:off x="10067544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400" dirty="0"/>
          </a:p>
        </p:txBody>
      </p:sp>
      <p:sp>
        <p:nvSpPr>
          <p:cNvPr id="41" name="StepDesc"/>
          <p:cNvSpPr txBox="1"/>
          <p:nvPr/>
        </p:nvSpPr>
        <p:spPr>
          <a:xfrm>
            <a:off x="9985248" y="361645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script and plays the audio.</a:t>
            </a:r>
            <a:endParaRPr lang="en-US" sz="1400" dirty="0"/>
          </a:p>
        </p:txBody>
      </p:sp>
      <p:sp>
        <p:nvSpPr>
          <p:cNvPr id="42" name="Note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500" dirty="0">
                <a:solidFill>
                  <a:srgbClr val="F4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comes primarily from the user's question. </a:t>
            </a:r>
            <a:endParaRPr lang="en-US" sz="1500" dirty="0"/>
          </a:p>
        </p:txBody>
      </p:sp>
      <p:sp>
        <p:nvSpPr>
          <p:cNvPr id="43" name="TechStack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Gradio  |  OpenAI API  |  PyMuPDF  |  Pydub  |  FFmpeg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Next Steps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LearnCard"/>
          <p:cNvSpPr/>
          <p:nvPr/>
        </p:nvSpPr>
        <p:spPr>
          <a:xfrm>
            <a:off x="548640" y="1417320"/>
            <a:ext cx="6675120" cy="4663440"/>
          </a:xfrm>
          <a:prstGeom prst="roundRect">
            <a:avLst>
              <a:gd name="adj" fmla="val 235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eading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AF6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IconCircle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468880"/>
            <a:ext cx="274320" cy="274320"/>
          </a:xfrm>
          <a:prstGeom prst="rect">
            <a:avLst/>
          </a:prstGeom>
        </p:spPr>
      </p:pic>
      <p:sp>
        <p:nvSpPr>
          <p:cNvPr id="7" name="Learning"/>
          <p:cNvSpPr txBox="1"/>
          <p:nvPr/>
        </p:nvSpPr>
        <p:spPr>
          <a:xfrm>
            <a:off x="1645920" y="22402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Planning your project reduces mistakes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9B8F5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IconCircle"/>
          <p:cNvSpPr/>
          <p:nvPr/>
        </p:nvSpPr>
        <p:spPr>
          <a:xfrm>
            <a:off x="868680" y="3264408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01568"/>
            <a:ext cx="274320" cy="274320"/>
          </a:xfrm>
          <a:prstGeom prst="rect">
            <a:avLst/>
          </a:prstGeom>
        </p:spPr>
      </p:pic>
      <p:sp>
        <p:nvSpPr>
          <p:cNvPr id="10" name="Learning"/>
          <p:cNvSpPr txBox="1"/>
          <p:nvPr/>
        </p:nvSpPr>
        <p:spPr>
          <a:xfrm>
            <a:off x="1645920" y="31729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Communication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IconCircle"/>
          <p:cNvSpPr/>
          <p:nvPr/>
        </p:nvSpPr>
        <p:spPr>
          <a:xfrm>
            <a:off x="868680" y="4197096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Image 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34256"/>
            <a:ext cx="274320" cy="274320"/>
          </a:xfrm>
          <a:prstGeom prst="rect">
            <a:avLst/>
          </a:prstGeom>
        </p:spPr>
      </p:pic>
      <p:sp>
        <p:nvSpPr>
          <p:cNvPr id="13" name="Learning"/>
          <p:cNvSpPr txBox="1"/>
          <p:nvPr/>
        </p:nvSpPr>
        <p:spPr>
          <a:xfrm>
            <a:off x="1645920" y="4105656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important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IconCircle"/>
          <p:cNvSpPr/>
          <p:nvPr/>
        </p:nvSpPr>
        <p:spPr>
          <a:xfrm>
            <a:off x="868680" y="5129784"/>
            <a:ext cx="548640" cy="548640"/>
          </a:xfrm>
          <a:prstGeom prst="ellipse">
            <a:avLst/>
          </a:prstGeom>
          <a:solidFill>
            <a:srgbClr val="0B1030">
              <a:alpha val="80000"/>
            </a:srgbClr>
          </a:solidFill>
          <a:ln w="12700">
            <a:solidFill>
              <a:srgbClr val="D4AF6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5" name="Image 3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266944"/>
            <a:ext cx="274320" cy="274320"/>
          </a:xfrm>
          <a:prstGeom prst="rect">
            <a:avLst/>
          </a:prstGeom>
        </p:spPr>
      </p:pic>
      <p:sp>
        <p:nvSpPr>
          <p:cNvPr id="16" name="Learning"/>
          <p:cNvSpPr txBox="1"/>
          <p:nvPr/>
        </p:nvSpPr>
        <p:spPr>
          <a:xfrm>
            <a:off x="1645920" y="503834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adaptable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NextCard"/>
          <p:cNvSpPr/>
          <p:nvPr/>
        </p:nvSpPr>
        <p:spPr>
          <a:xfrm>
            <a:off x="7498080" y="1417320"/>
            <a:ext cx="4142232" cy="4663440"/>
          </a:xfrm>
          <a:prstGeom prst="roundRect">
            <a:avLst>
              <a:gd name="adj" fmla="val 264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Heading"/>
          <p:cNvSpPr txBox="1"/>
          <p:nvPr/>
        </p:nvSpPr>
        <p:spPr>
          <a:xfrm>
            <a:off x="781812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AF6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Possible Next Steps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9" name="Image 4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2578608"/>
            <a:ext cx="365760" cy="365760"/>
          </a:xfrm>
          <a:prstGeom prst="rect">
            <a:avLst/>
          </a:prstGeom>
        </p:spPr>
      </p:pic>
      <p:sp>
        <p:nvSpPr>
          <p:cNvPr id="20" name="NextStep"/>
          <p:cNvSpPr txBox="1"/>
          <p:nvPr/>
        </p:nvSpPr>
        <p:spPr>
          <a:xfrm>
            <a:off x="841248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personalization and user customization.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 5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3767328"/>
            <a:ext cx="365760" cy="365760"/>
          </a:xfrm>
          <a:prstGeom prst="rect">
            <a:avLst/>
          </a:prstGeom>
        </p:spPr>
      </p:pic>
      <p:sp>
        <p:nvSpPr>
          <p:cNvPr id="22" name="NextStep"/>
          <p:cNvSpPr txBox="1"/>
          <p:nvPr/>
        </p:nvSpPr>
        <p:spPr>
          <a:xfrm>
            <a:off x="84124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Enable adjustable podcast length for users.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3" name="Image 6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956048"/>
            <a:ext cx="365760" cy="365760"/>
          </a:xfrm>
          <a:prstGeom prst="rect">
            <a:avLst/>
          </a:prstGeom>
        </p:spPr>
      </p:pic>
      <p:sp>
        <p:nvSpPr>
          <p:cNvPr id="24" name="NextStep"/>
          <p:cNvSpPr txBox="1"/>
          <p:nvPr/>
        </p:nvSpPr>
        <p:spPr>
          <a:xfrm>
            <a:off x="8412480" y="4754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4F1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the discussion of the podcast.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Astrolume in Action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personal question to a two-host AI podcast.</a:t>
            </a:r>
            <a:endParaRPr lang="en-US" sz="2000" dirty="0"/>
          </a:p>
        </p:txBody>
      </p:sp>
      <p:sp>
        <p:nvSpPr>
          <p:cNvPr id="4" name="ScreenshotFrame"/>
          <p:cNvSpPr/>
          <p:nvPr/>
        </p:nvSpPr>
        <p:spPr>
          <a:xfrm>
            <a:off x="4251960" y="2011680"/>
            <a:ext cx="7498080" cy="3649472"/>
          </a:xfrm>
          <a:prstGeom prst="roundRect">
            <a:avLst>
              <a:gd name="adj" fmla="val 2004"/>
            </a:avLst>
          </a:prstGeom>
          <a:solidFill>
            <a:srgbClr val="FFFFFF"/>
          </a:solidFill>
          <a:ln w="19050">
            <a:solidFill>
              <a:srgbClr val="D4A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Screenshot of the Astrolume Gradio interfa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103120"/>
            <a:ext cx="7315200" cy="3466592"/>
          </a:xfrm>
          <a:prstGeom prst="rect">
            <a:avLst/>
          </a:prstGeom>
        </p:spPr>
      </p:pic>
      <p:sp>
        <p:nvSpPr>
          <p:cNvPr id="6" name="DemoCard"/>
          <p:cNvSpPr/>
          <p:nvPr/>
        </p:nvSpPr>
        <p:spPr>
          <a:xfrm>
            <a:off x="548640" y="2011680"/>
            <a:ext cx="3383280" cy="438912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B8F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Label"/>
          <p:cNvSpPr txBox="1"/>
          <p:nvPr/>
        </p:nvSpPr>
        <p:spPr>
          <a:xfrm>
            <a:off x="77724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question</a:t>
            </a:r>
            <a:endParaRPr lang="en-US" sz="1800" dirty="0"/>
          </a:p>
        </p:txBody>
      </p:sp>
      <p:sp>
        <p:nvSpPr>
          <p:cNvPr id="8" name="Question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4F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do I feel the need to control everything when I'm going through major changes in my life, and how can I learn to let go?”</a:t>
            </a:r>
            <a:endParaRPr lang="en-US" sz="1600" dirty="0"/>
          </a:p>
        </p:txBody>
      </p:sp>
      <p:sp>
        <p:nvSpPr>
          <p:cNvPr id="9" name="Hint"/>
          <p:cNvSpPr txBox="1"/>
          <p:nvPr/>
        </p:nvSpPr>
        <p:spPr>
          <a:xfrm>
            <a:off x="777240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player to hear the podcast</a:t>
            </a:r>
            <a:endParaRPr lang="en-US" sz="1400" dirty="0"/>
          </a:p>
        </p:txBody>
      </p:sp>
      <p:pic>
        <p:nvPicPr>
          <p:cNvPr id="10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83080" y="4846320"/>
            <a:ext cx="914400" cy="91440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podcast audio (embedded MP3)</a:t>
            </a:r>
            <a:endParaRPr lang="en-US" sz="1200" dirty="0"/>
          </a:p>
        </p:txBody>
      </p:sp>
      <p:sp>
        <p:nvSpPr>
          <p:cNvPr id="12" name="LoomLink"/>
          <p:cNvSpPr txBox="1"/>
          <p:nvPr/>
        </p:nvSpPr>
        <p:spPr>
          <a:xfrm>
            <a:off x="4251960" y="5852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 video: </a:t>
            </a:r>
            <a:r>
              <a:rPr lang="en-US" sz="1400" u="sng" dirty="0">
                <a:solidFill>
                  <a:srgbClr val="D4AF6A"/>
                </a:solidFill>
                <a:uFill>
                  <a:solidFill>
                    <a:srgbClr val="D4AF6A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8" tooltip="Open the Loom dem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https://www.loom.com/share/c9b86a2c7ca44b299814c017e30b09c3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334</Words>
  <Application>Microsoft Office PowerPoint</Application>
  <PresentationFormat>Widescreen</PresentationFormat>
  <Paragraphs>60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Astrolume</dc:title>
  <dc:subject>PptxGenJS Presentation</dc:subject>
  <dc:creator>Astrolume team</dc:creator>
  <cp:lastModifiedBy>Sabrina Urriola Vergara</cp:lastModifiedBy>
  <cp:revision>1</cp:revision>
  <dcterms:created xsi:type="dcterms:W3CDTF">2026-10-13T11:11:40Z</dcterms:created>
  <dcterms:modified xsi:type="dcterms:W3CDTF">2026-10-13T12:51:50Z</dcterms:modified>
</cp:coreProperties>
</file>